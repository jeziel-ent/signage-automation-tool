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AGARPATHI + HANGYO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F4B4B6"/>
                </a:solidFill>
                <a:latin typeface="Calibri"/>
              </a:rPr>
              <a:t>Designer vs Automated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What was fixed in this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Found by comparing every board with the designer's own picture; each fix was checked on the real boards in CorelDRAW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Hangyo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Tamil name ran past the white panel on the 10x3 boards - names are now held inside the panel, in two lines like hers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Names on the wide boards (16 - 26 ft) were 30-40 % smaller than hers - the panel takes the width of the designer's board of that size and the names fill 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English names are set in capitals and wrapped to HER line count (KARTHIKEYAN / STORE); they no longer run into the pictures at the panel corners or off the bottom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Wrapped names break where she breaks them (Asian / Juice Bar, not Asian Juice / Bar)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Tamil on the 8x3 GSB boards was stretched to twice its width and touched the English name - fixed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The second logo is drawn on the 10x4 GSB and 8x3 GSB boards, where she repeats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8159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Agarpathi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- 13x2, 10x3 and 5x5 ft boards: English and Tamil names were printed on top of each other - each line keeps its own place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- 13x2 ft: the Sugandha Swarna logo is back in the right place and size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- 6x4 ft: the Tamil name no longer runs under the Black Stone pack picture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Library rebuilt from all 62 designer files - 22 boards gained their English name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78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Both brands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NEW automatic name check on every generated board (app/name_check.py): a name off the page, on top of another name or under a picture is flagged. All 34 boards in this deck pass 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Name sizes, line counts, panel widths and picture clearance are data / generic rules, not per-brand code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- 964 backend tests and 269 frontend tests pass (backend baseline 939 + new tests for each fix)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What is still different from the 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Honest list - none of these crash or break a board, they are look-and-feel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Cannot be done from the master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Agarpathi 35x4 ft (score 0.83): the designer added a maroon centre panel and a second picture set that the master does not contain - needs a master of that design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Hangyo 3x6 ft portrait boards still use the plain layout (the 4 X 8 master matches no designer element); not part of this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8159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Approximations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Hangyo 20x4 ft PERUMAL STORE (score 0.86): her name block is taller (two big Tamil lines), ours keeps the Tamil on one line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Hangyo 26x3 and 16x3: our English line is a little smaller than hers so it stays between the pictures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Names the designer retyped (SHIVANI STORE for Sivani Maligai) follow the shop sheet, not the engine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The similarity score compares whole pictures and hardly moves when only a name changes - use the name check and the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678" y="1554480"/>
            <a:ext cx="36880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31E24"/>
                </a:solidFill>
                <a:latin typeface="Calibri"/>
              </a:rPr>
              <a:t>Not tested yet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Sizes the designer never made (a new size is a guess from the nearest board)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24"/>
                </a:solidFill>
                <a:latin typeface="Calibri"/>
              </a:rPr>
              <a:t>- Dalmia and Agni through the example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Hangyo -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22 boards: boards the designers made, regenerated by the app with the final code (designer Tamil names from her files)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8E4E"/>
                </a:solidFill>
                <a:latin typeface="Cambria"/>
              </a:rPr>
              <a:t>6/22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Very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pixel similarity 95 % or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08A00"/>
                </a:solidFill>
                <a:latin typeface="Cambria"/>
              </a:rPr>
              <a:t>15/22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88-95 %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1/22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under 88 % similar - layout or text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0/22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Wrong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aspect ratio differs from the designer's by more than 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31E24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Each automated picture is paired with the designer's JPEG of the same S.No, size and shop. Similarity = 1 - mean grey-level difference of both pictures at the same reduced size (average 0.93). It rates the whole picture, so a different shop name or a small shift barely moves it - look at the slides.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Proportions are compared from the pixel size of each picture.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8E4E"/>
                </a:solidFill>
                <a:latin typeface="Calibri"/>
              </a:rPr>
              <a:t>Name check (a name off the page, on top of another name or under a picture): 22 of 22 boards clean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Asian Juice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16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22" y="1691640"/>
            <a:ext cx="10616476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22" y="4091940"/>
            <a:ext cx="10616476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24"/>
                </a:solidFill>
                <a:latin typeface="Cambria"/>
              </a:rPr>
              <a:t>Shenbagam Enterprises ( Jothi maligai)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4 X 8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691640"/>
            <a:ext cx="240030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0" y="1691640"/>
            <a:ext cx="24003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Lakshmi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Ganesha 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26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7466"/>
            <a:ext cx="11247120" cy="1297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7766"/>
            <a:ext cx="11247120" cy="12971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Jeeva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New Sri happy Iyengar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4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40" y="1691640"/>
            <a:ext cx="397764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4091940"/>
            <a:ext cx="39776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Thirukumaran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Udhayam cold drinks arthavadi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4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5" y="1691640"/>
            <a:ext cx="497205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35" y="4091940"/>
            <a:ext cx="497205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Sivani Maligai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(92 %)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thanga Vilas soda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Paramasivam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8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(97 %)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355" y="1691640"/>
            <a:ext cx="5298809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355" y="4091940"/>
            <a:ext cx="5298809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Bengaluru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Guru tea 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(93 %)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PERUMAL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(86 %)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(95 %)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Karthikeyan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Frontlit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Om guru sweets &amp;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(90 %)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516"/>
            <a:ext cx="11247120" cy="16870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42816"/>
            <a:ext cx="1124712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Jairam maligai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20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(89 %)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Sekar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Hotel dhanalakshmi Vilas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15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(91 %)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691640"/>
            <a:ext cx="99441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091940"/>
            <a:ext cx="99441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Arulmoli maligai &amp;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Frotlit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Kanish Cool Drink's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GSB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1F24"/>
                </a:solidFill>
                <a:latin typeface="Cambria"/>
              </a:rPr>
              <a:t>Agarpathi -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boards: boards the designers made, regenerated by the app with the final code (designer Tamil names from her files)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E8E4E"/>
                </a:solidFill>
                <a:latin typeface="Cambria"/>
              </a:rPr>
              <a:t>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Very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pixel similarity 95 % or 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08A00"/>
                </a:solidFill>
                <a:latin typeface="Cambria"/>
              </a:rPr>
              <a:t>1/12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88-95 %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1/12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under 88 % similar - layout or text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194560"/>
          </a:xfrm>
          <a:prstGeom prst="roundRect">
            <a:avLst/>
          </a:prstGeom>
          <a:solidFill>
            <a:srgbClr val="F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783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E31E24"/>
                </a:solidFill>
                <a:latin typeface="Cambria"/>
              </a:rPr>
              <a:t>0/12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97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1F24"/>
                </a:solidFill>
                <a:latin typeface="Calibri"/>
              </a:rPr>
              <a:t>Wrong proportions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08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6B76"/>
                </a:solidFill>
                <a:latin typeface="Calibri"/>
              </a:rPr>
              <a:t>aspect ratio differs from the designer's by more than 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31E24"/>
                </a:solidFill>
                <a:latin typeface="Calibri"/>
              </a:rPr>
              <a:t>How it is measured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Each automated picture is paired with the designer's JPEG of the same S.No, size and shop. Similarity = 1 - mean grey-level difference of both pictures at the same reduced size (average 0.96). It rates the whole picture, so a different shop name or a small shift barely moves it - look at the slides.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24"/>
                </a:solidFill>
                <a:latin typeface="Calibri"/>
              </a:rPr>
              <a:t>Proportions are compared from the pixel size of each picture.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8E4E"/>
                </a:solidFill>
                <a:latin typeface="Calibri"/>
              </a:rPr>
              <a:t>Name check (a name off the page, on top of another name or under a picture): 12 of 12 boards clean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AL MADEENA POOJA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12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J K K POOJA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9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456" y="1691640"/>
            <a:ext cx="4472608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456" y="4091940"/>
            <a:ext cx="4472608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 K TRADERS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5" y="1691640"/>
            <a:ext cx="497205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735" y="4091940"/>
            <a:ext cx="497205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KUMARAN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11 X 6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270" y="1691640"/>
            <a:ext cx="364698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270" y="4091940"/>
            <a:ext cx="364698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S. MOHAN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94 X 54 Inch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(99 %)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348" y="1691640"/>
            <a:ext cx="3460823" cy="19888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348" y="4091940"/>
            <a:ext cx="3460823" cy="198881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ARUL JYOTI SUPER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13 X 2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 (94 %)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0022"/>
            <a:ext cx="11247120" cy="1732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20322"/>
            <a:ext cx="11247120" cy="17320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SRI SAKTHI MURUGAN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9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691640"/>
            <a:ext cx="596646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4091940"/>
            <a:ext cx="59664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S. P RAJENDRAN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10 X 3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691640"/>
            <a:ext cx="662940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4091940"/>
            <a:ext cx="662940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N N NATTU MARUNDHU KADAI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5 X 5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91640"/>
            <a:ext cx="480060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691640"/>
            <a:ext cx="4800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AATHI SELVAM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(98 %)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691640"/>
            <a:ext cx="3600450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35" y="1691640"/>
            <a:ext cx="360045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BOOPTHY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35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DIFFERENT (83 %)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1215"/>
            <a:ext cx="11247120" cy="12896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45264"/>
            <a:ext cx="11247120" cy="12821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051560" cy="457200"/>
          </a:xfrm>
          <a:prstGeom prst="round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S.No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2743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F1F24"/>
                </a:solidFill>
                <a:latin typeface="Cambria"/>
              </a:rPr>
              <a:t>SHARIMILA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200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6B6B76"/>
                </a:solidFill>
                <a:latin typeface="Calibri"/>
              </a:rPr>
              <a:t>6 X 4 Feet - Nonlit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VERY CLOSE (96 %)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896112"/>
            <a:ext cx="2377440" cy="329184"/>
          </a:xfrm>
          <a:prstGeom prst="round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Name check: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76"/>
                </a:solidFill>
                <a:latin typeface="Calibri"/>
              </a:rPr>
              <a:t>DESIGNER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145" y="1691640"/>
            <a:ext cx="2983230" cy="1988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8176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E24"/>
                </a:solidFill>
                <a:latin typeface="Calibri"/>
              </a:rPr>
              <a:t>AUTOMATED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45" y="4091940"/>
            <a:ext cx="2983230" cy="198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