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mbria"/>
              </a:rPr>
              <a:t>AGARPATHI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F4B4B6"/>
                </a:solidFill>
                <a:latin typeface="Calibri"/>
              </a:rPr>
              <a:t>Designer vs Automated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1F24"/>
                </a:solidFill>
                <a:latin typeface="Cambria"/>
              </a:rPr>
              <a:t>Agarpathi -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8 boards: the 8 weakest boards from the UI run, re-run after the routing fix (designer picture vs app output)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E8E4E"/>
                </a:solidFill>
                <a:latin typeface="Cambria"/>
              </a:rPr>
              <a:t>2/8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Very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pixel similarity 95 % or more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08A00"/>
                </a:solidFill>
                <a:latin typeface="Cambria"/>
              </a:rPr>
              <a:t>2/8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88-95 % similar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31E24"/>
                </a:solidFill>
                <a:latin typeface="Cambria"/>
              </a:rPr>
              <a:t>4/8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Different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under 88 % similar - layout or text differs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31E24"/>
                </a:solidFill>
                <a:latin typeface="Cambria"/>
              </a:rPr>
              <a:t>0/8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Wrong proportions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aspect ratio differs from the designer's by more than 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31E24"/>
                </a:solidFill>
                <a:latin typeface="Calibri"/>
              </a:rPr>
              <a:t>How it is measured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24"/>
                </a:solidFill>
                <a:latin typeface="Calibri"/>
              </a:rPr>
              <a:t>Each automated JPG is paired with the designer JPEG of the same S.No, size and shop (the designer's '(1)' side matches the automated file without a suffix). Similarity = 1 - mean grey-level difference of both pictures at the same reduced size (average 0.87). It rates the whole picture, so a different shop name or a small shift barely moves it - look at the slides.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24"/>
                </a:solidFill>
                <a:latin typeface="Calibri"/>
              </a:rPr>
              <a:t>Proportions are compared from the pixel size of each picture.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AL MADEENA POOJA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12 X 4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(98 %)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30" y="1691640"/>
            <a:ext cx="596646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530" y="4091940"/>
            <a:ext cx="596646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BOOPTHY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35 X 4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(83 %)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41215"/>
            <a:ext cx="11247120" cy="12896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45264"/>
            <a:ext cx="11247120" cy="12821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SAKTHIVEL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5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(77 %)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05940"/>
            <a:ext cx="54864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0594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THANGAM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 X 6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(73 %)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691640"/>
            <a:ext cx="16002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0" y="1691640"/>
            <a:ext cx="16002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RAJENDERAN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2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(93 %)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691640"/>
            <a:ext cx="994410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091940"/>
            <a:ext cx="99441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SRI ANGALA PARAMESWARI NATTU MARUNDHU KADAI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7 X 5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(91 %)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328" y="1691640"/>
            <a:ext cx="2782863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029" y="4091940"/>
            <a:ext cx="2785462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SAI TREDSES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12 X 4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(98 %)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30" y="1691640"/>
            <a:ext cx="596646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530" y="4091940"/>
            <a:ext cx="596646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RAM NADUMARUTHU KADI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4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(84 %)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145" y="1691640"/>
            <a:ext cx="2983230" cy="1988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145" y="4091940"/>
            <a:ext cx="2983230" cy="1988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