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image" Target="../media/image7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image" Target="../media/image7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image" Target="../media/image74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image" Target="../media/image76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78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image" Target="../media/image8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image" Target="../media/image8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Relationship Id="rId3" Type="http://schemas.openxmlformats.org/officeDocument/2006/relationships/image" Target="../media/image8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Relationship Id="rId3" Type="http://schemas.openxmlformats.org/officeDocument/2006/relationships/image" Target="../media/image8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Relationship Id="rId3" Type="http://schemas.openxmlformats.org/officeDocument/2006/relationships/image" Target="../media/image90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Relationship Id="rId3" Type="http://schemas.openxmlformats.org/officeDocument/2006/relationships/image" Target="../media/image92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image" Target="../media/image94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Relationship Id="rId3" Type="http://schemas.openxmlformats.org/officeDocument/2006/relationships/image" Target="../media/image96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Relationship Id="rId3" Type="http://schemas.openxmlformats.org/officeDocument/2006/relationships/image" Target="../media/image98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Relationship Id="rId3" Type="http://schemas.openxmlformats.org/officeDocument/2006/relationships/image" Target="../media/image10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F4B4B6"/>
                </a:solidFill>
                <a:latin typeface="Calibri"/>
              </a:rPr>
              <a:t>Designer vs Automated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1F24"/>
                </a:solidFill>
                <a:latin typeface="Cambria"/>
              </a:rPr>
              <a:t>Compared with the mailed designer set (Mail folder)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Latest app boards (after the fixes) vs the designers' real JPEGs for the 31-store Tiruvannamalai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880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31E24"/>
                </a:solidFill>
                <a:latin typeface="Calibri"/>
              </a:rPr>
              <a:t>Result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- 50 of 50 boards paired by shop, size and side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- 28 very close / 21 close / 1 different / 0 wrong proportions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Every board carries the right shop name in Tamil and English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The mailed set holds the real shop names, so these differences are real layout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8159" y="1554480"/>
            <a:ext cx="36880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31E24"/>
                </a:solidFill>
                <a:latin typeface="Calibri"/>
              </a:rPr>
              <a:t>Real mismatches found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Portrait boards (3x5, 3x6, 4x7 ft): the name is small, in mixed case and on one line; the designer prints large UPPERCASE English on two lines (and a two-line large Tamil name on 3x6)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Wide boards (16x3 to 26x3, 20x4 ft): the designer sets a bigger name block - 4 lines on PERUMAL STORE 20x4 - and larger logos on 26x3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- 10x3 Lakshmi Store: Tamil line is larger and English smaller than the designer's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Side-2 6x3 boards: our English name is larger than the designer's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678" y="1554480"/>
            <a:ext cx="36880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31E24"/>
                </a:solidFill>
                <a:latin typeface="Calibri"/>
              </a:rPr>
              <a:t>Why, and what it needs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Portrait boards come from the 4 X 8 master, which matches no library element, so they use the generic rules layout (no designer example, no uppercase rule)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Fix needs the 4 X 8 style added to the Hangyo example library (a CorelDRAW data step), not an engine change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Name-block size on wide boards follows the nearest designer board; the designer varies it per shop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Nothing here is a regression: these gaps existed before today's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1F24"/>
                </a:solidFill>
                <a:latin typeface="Cambria"/>
              </a:rPr>
              <a:t>Hangyo -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50 boards: mailed designer JPEG vs automated picture from the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E8E4E"/>
                </a:solidFill>
                <a:latin typeface="Cambria"/>
              </a:rPr>
              <a:t>28/50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Very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pixel similarity 95 % or more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08A00"/>
                </a:solidFill>
                <a:latin typeface="Cambria"/>
              </a:rPr>
              <a:t>21/50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88-95 % similar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1/50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Different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under 88 % similar - layout or text differs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0/50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Wrong proportions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aspect ratio differs from the designer's by more than 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31E24"/>
                </a:solidFill>
                <a:latin typeface="Calibri"/>
              </a:rPr>
              <a:t>How it is measured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Each automated picture is paired with the designer's JPEG of the same S.No, size and shop. Similarity = 1 - mean grey-level difference of both pictures at the same reduced size (average 0.94). It rates the whole picture, so a different shop name or a small shift barely moves it - look at the slides.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Proportions are compared from the pixel size of each picture.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Asian Juice bar - 16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22" y="1691640"/>
            <a:ext cx="10616476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22" y="4091940"/>
            <a:ext cx="10616476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Sri Sai cafe (side 1) - 3 X 6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Sri Sai cafe (side 2) - 3 X 6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Shenbagam Enterprises ( Jothi maligai) - 4 X 8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409" y="1691640"/>
            <a:ext cx="241630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Lakshmi Store - 10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Namma T Zone (side 1)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Namma T Zone (side 2)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Eriyur Bekary (side 1) - 3 X 6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Eriyur Bekary (side 2) - 3 X 6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91640"/>
            <a:ext cx="2400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New Chennai bakery (side 1) - 4 X 7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29" y="1691640"/>
            <a:ext cx="2742742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189" y="1691640"/>
            <a:ext cx="274274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New Chennai bakery (side 2) - 4 X 7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29" y="1691640"/>
            <a:ext cx="2742742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189" y="1691640"/>
            <a:ext cx="274274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Sri Ganesha Kitchen - 26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7466"/>
            <a:ext cx="11247120" cy="12971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37766"/>
            <a:ext cx="11247120" cy="12971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Sri Ganesha Kitchen (side 1) - 8 X 4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Sri Ganesha Kitchen (side 2) - 8 X 4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Sri renugambal maligai (side 1)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Sri renugambal maligai (side 2)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Jeeva hotel - 20 X 4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Jeeva hotel (side 1)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Jeeva hotel (side 2)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Annamaliyar bakery And tea coffee (side 1)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Annamaliyar bakery And tea coffee (side 2)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Saravanan maligai store (side 1)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Saravanan maligai store (side 2)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Amutham Store (side 1) - 3 X 6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607" y="1691640"/>
            <a:ext cx="244190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Amutham Store (side 2) - 3 X 6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91640"/>
            <a:ext cx="2400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New Sri happy Iyengar bakery - 8 X 4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Golden Knife Bakery (side 1)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Golden Knife Bakery (side 2)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Shanvi fancy store (side 1) - 3 X 5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1691640"/>
            <a:ext cx="28803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0" y="1691640"/>
            <a:ext cx="28803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Shanvi fancy store (side 2) - 3 X 5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1691640"/>
            <a:ext cx="28803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982" y="1691640"/>
            <a:ext cx="28451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Thirukumaran store - 12 X 4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1691640"/>
            <a:ext cx="596646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4091940"/>
            <a:ext cx="596646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Udhayam cold drinks arthavadi - 10 X 4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35" y="1691640"/>
            <a:ext cx="497205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735" y="4091940"/>
            <a:ext cx="497205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Sivani Maligai - 10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Sri thanga Vilas soda factory - 8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55" y="1691640"/>
            <a:ext cx="5298809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55" y="4091940"/>
            <a:ext cx="5298809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Paramasivam store - 8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55" y="1691640"/>
            <a:ext cx="5298809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55" y="4091940"/>
            <a:ext cx="5298809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Bengaluru bakery - 20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Guru tea stall - 10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PERUMAL STORE - 20 X 4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PERUMAL STORE (side 1)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PERUMAL STORE (side 2) - 6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Karthikeyan store - 10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Karthikeyan store - 20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Om guru sweets &amp; bakery - 20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Om guru sweets &amp; bakery (side 1) - 3 X 6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91640"/>
            <a:ext cx="2400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Om guru sweets &amp; bakery (side 2) - 3 X 6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Jairam maligai - 20 X 4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(89 %)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Sekar store - 10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Hotel dhanalakshmi Vilas - 15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Arulmoli maligai &amp; bakery - 10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Kanish Cool Drink's - 10 X 3 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 -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