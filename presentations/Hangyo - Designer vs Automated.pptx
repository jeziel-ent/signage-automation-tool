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image" Target="../media/image7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image" Target="../media/image7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image" Target="../media/image7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7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8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image" Target="../media/image8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Relationship Id="rId3" Type="http://schemas.openxmlformats.org/officeDocument/2006/relationships/image" Target="../media/image88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Relationship Id="rId3" Type="http://schemas.openxmlformats.org/officeDocument/2006/relationships/image" Target="../media/image9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94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Relationship Id="rId3" Type="http://schemas.openxmlformats.org/officeDocument/2006/relationships/image" Target="../media/image9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Relationship Id="rId3" Type="http://schemas.openxmlformats.org/officeDocument/2006/relationships/image" Target="../media/image9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Relationship Id="rId3" Type="http://schemas.openxmlformats.org/officeDocument/2006/relationships/image" Target="../media/image10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F4B4B6"/>
                </a:solidFill>
                <a:latin typeface="Calibri"/>
              </a:rPr>
              <a:t>Designer vs Automated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Hangyo -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50 boards: designer JPEG (Mail folder) vs automated JPG (app output)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8E4E"/>
                </a:solidFill>
                <a:latin typeface="Cambria"/>
              </a:rPr>
              <a:t>21/50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Very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pixel similarity 95 % or 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08A00"/>
                </a:solidFill>
                <a:latin typeface="Cambria"/>
              </a:rPr>
              <a:t>16/50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88-95 % similar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9/50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under 88 % similar - layout or text differs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4/50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Wrong proportions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aspect ratio differs from the designer's by more than 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31E24"/>
                </a:solidFill>
                <a:latin typeface="Calibri"/>
              </a:rPr>
              <a:t>How it is measured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Each automated JPG is paired with the designer JPEG of the same S.No, size and shop (the designer's '(1)' side matches the automated file without a suffix). Similarity = 1 - mean grey-level difference of both pictures at the same reduced size (average 0.91). It rates the whole picture, so a different shop name or a small shift barely moves it - look at the slides.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Proportions are compared from the pixel size of each picture.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Asian Juice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16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22" y="1691640"/>
            <a:ext cx="10616476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22" y="4091940"/>
            <a:ext cx="10616476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Sai cafe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Sai cafe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Shenbagam Enterprises ( Jothi maligai)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4 X 8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409" y="1691640"/>
            <a:ext cx="241630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Lakshmi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Namma T Zone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Namma T Zone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Eriyur  Bekary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Eriyur  Bekary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New Chennai bakery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4 X 7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29" y="1691640"/>
            <a:ext cx="2742742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189" y="1691640"/>
            <a:ext cx="274274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New Chennai bakery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4 X 7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29" y="1691640"/>
            <a:ext cx="2742742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189" y="1691640"/>
            <a:ext cx="274274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Ganesha Kitchen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26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7466"/>
            <a:ext cx="11247120" cy="12971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7766"/>
            <a:ext cx="11247120" cy="12971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Ganesha Kitchen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4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Ganesha Kitchen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4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renugambal maligai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WRONG SIZE (80 %)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481" y="4091940"/>
            <a:ext cx="4874558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renugambal maligai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Jeeva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Jeeva hotel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Jeeva hotel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Annamaliyar bakery And tea coffee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WRONG SIZE (81 %)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481" y="4091940"/>
            <a:ext cx="4874558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Annamaliyar bakery And tea coffee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Saravanan maligai store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WRONG SIZE (81 %)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481" y="4091940"/>
            <a:ext cx="4874558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Saravanan maligai store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Amutham Store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(93 %)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607" y="1691640"/>
            <a:ext cx="244190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Amutham Store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New Sri happy Iyengar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4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(70 %)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Golden Knife Bakery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WRONG SIZE (81 %)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481" y="4091940"/>
            <a:ext cx="4874558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Golden Knife Bakery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Shanvi fancy store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5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1691640"/>
            <a:ext cx="28803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1691640"/>
            <a:ext cx="28803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Shanvi fancy store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5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1691640"/>
            <a:ext cx="28803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1691640"/>
            <a:ext cx="28803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Thirukumaran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12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691640"/>
            <a:ext cx="596646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4091940"/>
            <a:ext cx="59664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Udhayam cold drinks arthavadi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4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(73 %)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35" y="1691640"/>
            <a:ext cx="497205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735" y="4091940"/>
            <a:ext cx="497205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Sivani Maligai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thanga Vilas soda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(73 %)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55" y="1691640"/>
            <a:ext cx="5298809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5" y="4091940"/>
            <a:ext cx="529880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Paramasivam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(73 %)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55" y="1691640"/>
            <a:ext cx="5298809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5" y="4091940"/>
            <a:ext cx="529880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Bengaluru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Guru tea 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PERUMAL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PERUMAL STORE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PERUMAL STORE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Karthikeyan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Karthikeyan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Om guru sweets &amp;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Om guru sweets &amp; bakery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Om guru sweets &amp; bakery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Jairam maligai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Sekar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Hotel dhanalakshmi Vilas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15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Arulmoli maligai &amp;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Frotlit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Kanish Cool Drink's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